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06640" y="0"/>
            <a:ext cx="4782312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A4E"/>
                </a:solidFill>
              </a:defRPr>
            </a:pPr>
            <a:r>
              <a:t>IILM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82"/>
                </a:solidFill>
              </a:defRPr>
            </a:pPr>
            <a:r>
              <a:t>GREATER NOIDA,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BE"/>
                </a:solidFill>
              </a:defRPr>
            </a:pPr>
            <a:r>
              <a:t>AICTE – EDUSKILLS VIRTUAL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126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02D"/>
                </a:solidFill>
              </a:defRPr>
            </a:pPr>
            <a:r>
              <a:t>Advanced Robotics</a:t>
            </a:r>
            <a:br/>
            <a:r>
              <a:t>Using AI and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C6C82"/>
                </a:solidFill>
              </a:defRPr>
            </a:pPr>
            <a:r>
              <a:t>8-Week Virtual Internship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6858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8BEF0"/>
                </a:solidFill>
              </a:defRPr>
            </a:pPr>
            <a:r>
              <a:t>STUDENT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3716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Anurag Betal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Roll No.: 2410030182</a:t>
            </a:r>
          </a:p>
          <a:p>
            <a:pPr>
              <a:defRPr sz="1300">
                <a:solidFill>
                  <a:srgbClr val="DCE6F5"/>
                </a:solidFill>
              </a:defRPr>
            </a:pPr>
            <a:r>
              <a:t>B.Tech (Computer Science &amp; Engineering)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5166360"/>
            <a:ext cx="3566160" cy="868680"/>
          </a:xfrm>
          <a:prstGeom prst="round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340096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EduSkills Academy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June 2026 –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Candidate &amp; Program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30352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64008" cy="10515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Student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12848"/>
            <a:ext cx="493775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Anurag Betal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0352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54480"/>
            <a:ext cx="64008" cy="10515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190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Roll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12848"/>
            <a:ext cx="493775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2410030182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530352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788920"/>
            <a:ext cx="64008" cy="1143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9535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Degree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47287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B.Tech (Computer Science &amp; Engineering)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88920"/>
            <a:ext cx="530352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88920"/>
            <a:ext cx="64008" cy="1143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9535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Academic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447287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2026–2027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530352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160520"/>
            <a:ext cx="64008" cy="1143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3251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81888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AICTE – EduSkills Virtual Internship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160520"/>
            <a:ext cx="530352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160520"/>
            <a:ext cx="64008" cy="1143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3251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Specialization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81888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Advanced Robotics Using AI and IoT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Organization Profile – EduSkills Academy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9202D"/>
                </a:solidFill>
                <a:latin typeface="Aptos"/>
              </a:defRPr>
            </a:pPr>
            <a:r>
              <a:t>• EduSkills Academy focuses on industry-oriented learning, skill development and employability.</a:t>
            </a:r>
          </a:p>
          <a:p>
            <a:pPr>
              <a:spcAft>
                <a:spcPts val="1400"/>
              </a:spcAft>
              <a:defRPr sz="1700">
                <a:solidFill>
                  <a:srgbClr val="19202D"/>
                </a:solidFill>
                <a:latin typeface="Aptos"/>
              </a:defRPr>
            </a:pPr>
            <a:r>
              <a:t>• The organization provides virtual internships and training opportunities in emerging technologies.</a:t>
            </a:r>
          </a:p>
          <a:p>
            <a:pPr>
              <a:spcAft>
                <a:spcPts val="1400"/>
              </a:spcAft>
              <a:defRPr sz="1700">
                <a:solidFill>
                  <a:srgbClr val="19202D"/>
                </a:solidFill>
                <a:latin typeface="Aptos"/>
              </a:defRPr>
            </a:pPr>
            <a:r>
              <a:t>• Programs cover areas such as Artificial Intelligence, IoT, Robotics, Cloud Computing and Cybersecurity.</a:t>
            </a:r>
          </a:p>
          <a:p>
            <a:pPr>
              <a:spcAft>
                <a:spcPts val="1400"/>
              </a:spcAft>
              <a:defRPr sz="1700">
                <a:solidFill>
                  <a:srgbClr val="19202D"/>
                </a:solidFill>
                <a:latin typeface="Aptos"/>
              </a:defRPr>
            </a:pPr>
            <a:r>
              <a:t>• The internship model helps students connect academic concepts with practical, technology-focused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" cy="21031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Traditional robotic systems can rely on predefined instructions and limited sensing, reducing their ability to respond to changing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554480"/>
            <a:ext cx="64008" cy="2103120"/>
          </a:xfrm>
          <a:prstGeom prst="rect">
            <a:avLst/>
          </a:prstGeom>
          <a:solidFill>
            <a:srgbClr val="2E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190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12848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Modern robots should sense their surroundings, process information, make suitable decisions and communicate system information remotely.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977639"/>
            <a:ext cx="7040880" cy="150876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3977639"/>
            <a:ext cx="64008" cy="15087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4142231"/>
            <a:ext cx="6675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Project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4636007"/>
            <a:ext cx="667512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Explore the integration of Robotics, Artificial Intelligence and IoT to create smarter, connected and more autonomous robotic applications.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1546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64008" cy="16916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7335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Robotics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67128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Understand sensors, actuators, motors, controllers and robot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508760"/>
            <a:ext cx="31546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1508760"/>
            <a:ext cx="64008" cy="16916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67335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AI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2167128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Explore intelligent decision-making and autonomous robotic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508760"/>
            <a:ext cx="31546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508760"/>
            <a:ext cx="64008" cy="16916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167335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IoT Connectivity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2167128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Understand wireless communication, remote monitoring and data exchange.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749039"/>
            <a:ext cx="31546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31720" y="3749039"/>
            <a:ext cx="64008" cy="16916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2888" y="391363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System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888" y="4407407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Process sensor inputs and convert decisions into suitable robot 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3749039"/>
            <a:ext cx="31546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0" y="3749039"/>
            <a:ext cx="64008" cy="16916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6168" y="3913631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Practical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4407407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Build knowledge of programming, embedded systems and troubleshooting.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Technologies &amp; Tools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7472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733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671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Sensors, actuators, motors, motor drivers and robotic mechanisms.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47472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50876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733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1671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AI/ML concepts for perception and decision-making.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47472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50876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6733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Microcontrollers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167128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Arduino, ESP32 or ESP8266 for control and sensor interfacing.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347472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49039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1363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Programming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407407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Python and C/C++ for logic, control and automation.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749039"/>
            <a:ext cx="347472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749039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91363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IoT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407407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Wi-Fi, Bluetooth, MQTT and HTTP for communication.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749039"/>
            <a:ext cx="347472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749039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391363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Cloud /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407407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IoT or cloud platforms for storage, visualization and remote monitoring.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C82"/>
                </a:solidFill>
              </a:defRPr>
            </a:pPr>
            <a:r>
              <a:t>Sensors → Controller → AI Decision → Actuators, with IoT connectivity to cloud and user applications</a:t>
            </a:r>
          </a:p>
        </p:txBody>
      </p:sp>
      <p:pic>
        <p:nvPicPr>
          <p:cNvPr id="5" name="Picture 4" descr="a_clean_infographic_diagram_on_a_whit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1018520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51460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1. Requirement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Identify tasks, sensors, processing and communication needs.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1460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41732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5819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2. System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07568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Define sensing, processing, AI, actuation and IoT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251460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5819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3. Data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7568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Collect real-time information from sensors.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417320"/>
            <a:ext cx="251460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59" y="141732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58191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4. Data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07568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Process inputs through a controller or computing platform.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57600"/>
            <a:ext cx="251460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822191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5. AI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3159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Analyze information and determine an appropriate action.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657600"/>
            <a:ext cx="251460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365760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3822191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6. Actuation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43159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Control motors or other actuators.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657600"/>
            <a:ext cx="251460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65760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822191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7. IoT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43159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Transmit data for remote monitoring and communication.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59" y="3657600"/>
            <a:ext cx="251460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59" y="3657600"/>
            <a:ext cx="64008" cy="1874519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3728" y="3822191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8.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315968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Evaluate accuracy, response, reliability and overall operation.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Internship Learning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14600" cy="27432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64008" cy="27432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9339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Weeks 1–2</a:t>
            </a:r>
            <a:br/>
            <a:r>
              <a:t>Robotics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Sensors, actuators, motors, controllers and basic robot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514600" cy="27432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64008" cy="2743200"/>
          </a:xfrm>
          <a:prstGeom prst="rect">
            <a:avLst/>
          </a:prstGeom>
          <a:solidFill>
            <a:srgbClr val="2E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99339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Weeks 3–4</a:t>
            </a:r>
            <a:br/>
            <a:r>
              <a:t>AI for Robotics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487168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Perception, obstacle detection, decision-making and autonomous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2514600" cy="27432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64008" cy="27432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99339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Weeks 5–6</a:t>
            </a:r>
            <a:br/>
            <a:r>
              <a:t>IoT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487168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Wireless communication, data transmission and remote monitoring.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828800"/>
            <a:ext cx="2514600" cy="27432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59" y="1828800"/>
            <a:ext cx="64008" cy="2743200"/>
          </a:xfrm>
          <a:prstGeom prst="rect">
            <a:avLst/>
          </a:prstGeom>
          <a:solidFill>
            <a:srgbClr val="2E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99339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Weeks 7–8</a:t>
            </a:r>
            <a:br/>
            <a:r>
              <a:t>Integration &amp;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487168"/>
            <a:ext cx="2148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System integration, testing, optimization and project documentation.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9202D"/>
                </a:solidFill>
                <a:latin typeface="Aptos"/>
              </a:defRPr>
            </a:pPr>
            <a:r>
              <a:t>• Understand the fundamental architecture and operation of robotic systems.</a:t>
            </a:r>
          </a:p>
          <a:p>
            <a:pPr>
              <a:spcAft>
                <a:spcPts val="1400"/>
              </a:spcAft>
              <a:defRPr sz="1600">
                <a:solidFill>
                  <a:srgbClr val="19202D"/>
                </a:solidFill>
                <a:latin typeface="Aptos"/>
              </a:defRPr>
            </a:pPr>
            <a:r>
              <a:t>• Gain knowledge of AI-based decision-making and autonomous robotic behavior.</a:t>
            </a:r>
          </a:p>
          <a:p>
            <a:pPr>
              <a:spcAft>
                <a:spcPts val="1400"/>
              </a:spcAft>
              <a:defRPr sz="1600">
                <a:solidFill>
                  <a:srgbClr val="19202D"/>
                </a:solidFill>
                <a:latin typeface="Aptos"/>
              </a:defRPr>
            </a:pPr>
            <a:r>
              <a:t>• Understand IoT communication, remote monitoring and connected robotic applications.</a:t>
            </a:r>
          </a:p>
          <a:p>
            <a:pPr>
              <a:spcAft>
                <a:spcPts val="1400"/>
              </a:spcAft>
              <a:defRPr sz="1600">
                <a:solidFill>
                  <a:srgbClr val="19202D"/>
                </a:solidFill>
                <a:latin typeface="Aptos"/>
              </a:defRPr>
            </a:pPr>
            <a:r>
              <a:t>• Develop practical awareness of sensors, actuators, microcontrollers and programming.</a:t>
            </a:r>
          </a:p>
          <a:p>
            <a:pPr>
              <a:spcAft>
                <a:spcPts val="1400"/>
              </a:spcAft>
              <a:defRPr sz="1600">
                <a:solidFill>
                  <a:srgbClr val="19202D"/>
                </a:solidFill>
                <a:latin typeface="Aptos"/>
              </a:defRPr>
            </a:pPr>
            <a:r>
              <a:t>• Improve troubleshooting, system analysis and problem-solving skills.</a:t>
            </a:r>
          </a:p>
          <a:p>
            <a:pPr>
              <a:spcAft>
                <a:spcPts val="1400"/>
              </a:spcAft>
              <a:defRPr sz="1600">
                <a:solidFill>
                  <a:srgbClr val="19202D"/>
                </a:solidFill>
                <a:latin typeface="Aptos"/>
              </a:defRPr>
            </a:pPr>
            <a:r>
              <a:t>• Build a foundation for future work in automation, smart agriculture, healthcare, surveillance and autonomous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Scope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47472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64008" cy="18288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Smart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1284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Integration of sensors, controllers, AI and actuators for intelligent robotic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7472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554480"/>
            <a:ext cx="64008" cy="18288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190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Connected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IoT-based communication, remote monitoring and data exchange.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74720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64008" cy="18288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7190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1284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Reduced human intervention through sensor-based and AI-assisted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977639"/>
            <a:ext cx="704088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3977639"/>
            <a:ext cx="64008" cy="1554480"/>
          </a:xfrm>
          <a:prstGeom prst="rect">
            <a:avLst/>
          </a:prstGeom>
          <a:solidFill>
            <a:srgbClr val="2E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4142231"/>
            <a:ext cx="6675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4636007"/>
            <a:ext cx="6675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Industrial automation, agriculture, healthcare, surveillance, logistics and smart environments.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A4E"/>
                </a:solidFill>
                <a:latin typeface="Aptos Display"/>
              </a:defRPr>
            </a:pPr>
            <a:r>
              <a:t>Internship Completion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00" cy="32004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329184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64008" cy="12344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76479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2585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Anurag Betal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29184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00200"/>
            <a:ext cx="64008" cy="12344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76479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Roll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2585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2410030182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29184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600200"/>
            <a:ext cx="64008" cy="12344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76479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Organization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2585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EduSkills Academy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246120"/>
            <a:ext cx="8503920" cy="1600200"/>
          </a:xfrm>
          <a:prstGeom prst="roundRect">
            <a:avLst/>
          </a:prstGeom>
          <a:solidFill>
            <a:srgbClr val="F5F8FC"/>
          </a:solidFill>
          <a:ln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3246120"/>
            <a:ext cx="64008" cy="1600200"/>
          </a:xfrm>
          <a:prstGeom prst="rect">
            <a:avLst/>
          </a:prstGeom>
          <a:solidFill>
            <a:srgbClr val="2E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3410712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A4E"/>
                </a:solidFill>
              </a:defRPr>
            </a:pPr>
            <a:r>
              <a:t>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3904487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9202D"/>
                </a:solidFill>
              </a:defRPr>
            </a:pPr>
            <a:r>
              <a:t>Successfully completed the 8-week Advanced Robotics Using AI and IoT Virtual Internship.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C82"/>
                </a:solidFill>
              </a:defRPr>
            </a:pPr>
            <a:r>
              <a:t>Advanced Robotics Using AI and IoT  |  Anurag Betal  |  2410030182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62A4E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7180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69BE"/>
                </a:solidFill>
              </a:defRPr>
            </a:pPr>
            <a:r>
              <a:t>Anurag Betal</a:t>
            </a:r>
          </a:p>
          <a:p>
            <a:pPr algn="ctr">
              <a:defRPr sz="1500">
                <a:solidFill>
                  <a:srgbClr val="5C6C82"/>
                </a:solidFill>
              </a:defRPr>
            </a:pPr>
            <a:r>
              <a:t>Roll No.: 2410030182</a:t>
            </a:r>
          </a:p>
          <a:p>
            <a:pPr algn="ctr">
              <a:defRPr sz="1500">
                <a:solidFill>
                  <a:srgbClr val="19202D"/>
                </a:solidFill>
              </a:defRPr>
            </a:pPr>
            <a:r>
              <a:t>Advanced Robotics Using AI and 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